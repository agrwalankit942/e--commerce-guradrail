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3AFCB-0422-42EE-BD16-B67F7E536FDE}" v="16" dt="2026-10-19T02:31:38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Agrawal" userId="d2fd8cc7fe1bc269" providerId="LiveId" clId="{CEAFBDDD-1CD6-4570-BF01-3A4FBE5DB1DA}"/>
    <pc:docChg chg="custSel addSld delSld modSld sldOrd modMainMaster">
      <pc:chgData name="ANKIT Agrawal" userId="d2fd8cc7fe1bc269" providerId="LiveId" clId="{CEAFBDDD-1CD6-4570-BF01-3A4FBE5DB1DA}" dt="2026-10-19T06:33:46.189" v="473" actId="1076"/>
      <pc:docMkLst>
        <pc:docMk/>
      </pc:docMkLst>
      <pc:sldChg chg="modTransition">
        <pc:chgData name="ANKIT Agrawal" userId="d2fd8cc7fe1bc269" providerId="LiveId" clId="{CEAFBDDD-1CD6-4570-BF01-3A4FBE5DB1DA}" dt="2026-10-18T16:59:11.787" v="427"/>
        <pc:sldMkLst>
          <pc:docMk/>
          <pc:sldMk cId="3005012499" sldId="256"/>
        </pc:sldMkLst>
      </pc:sldChg>
      <pc:sldChg chg="modTransition">
        <pc:chgData name="ANKIT Agrawal" userId="d2fd8cc7fe1bc269" providerId="LiveId" clId="{CEAFBDDD-1CD6-4570-BF01-3A4FBE5DB1DA}" dt="2026-10-18T16:59:11.787" v="427"/>
        <pc:sldMkLst>
          <pc:docMk/>
          <pc:sldMk cId="0" sldId="257"/>
        </pc:sldMkLst>
      </pc:sldChg>
      <pc:sldChg chg="modTransition">
        <pc:chgData name="ANKIT Agrawal" userId="d2fd8cc7fe1bc269" providerId="LiveId" clId="{CEAFBDDD-1CD6-4570-BF01-3A4FBE5DB1DA}" dt="2026-10-18T16:59:11.787" v="427"/>
        <pc:sldMkLst>
          <pc:docMk/>
          <pc:sldMk cId="305403734" sldId="258"/>
        </pc:sldMkLst>
      </pc:sldChg>
      <pc:sldChg chg="addSp delSp modSp mod modTransition">
        <pc:chgData name="ANKIT Agrawal" userId="d2fd8cc7fe1bc269" providerId="LiveId" clId="{CEAFBDDD-1CD6-4570-BF01-3A4FBE5DB1DA}" dt="2026-10-19T06:33:46.189" v="473" actId="1076"/>
        <pc:sldMkLst>
          <pc:docMk/>
          <pc:sldMk cId="2314174699" sldId="259"/>
        </pc:sldMkLst>
        <pc:spChg chg="mod">
          <ac:chgData name="ANKIT Agrawal" userId="d2fd8cc7fe1bc269" providerId="LiveId" clId="{CEAFBDDD-1CD6-4570-BF01-3A4FBE5DB1DA}" dt="2026-10-18T15:58:24.430" v="11" actId="1076"/>
          <ac:spMkLst>
            <pc:docMk/>
            <pc:sldMk cId="2314174699" sldId="259"/>
            <ac:spMk id="2" creationId="{FB1D496F-597B-8B77-7384-2F35D69C7A6D}"/>
          </ac:spMkLst>
        </pc:spChg>
        <pc:spChg chg="add del mod">
          <ac:chgData name="ANKIT Agrawal" userId="d2fd8cc7fe1bc269" providerId="LiveId" clId="{CEAFBDDD-1CD6-4570-BF01-3A4FBE5DB1DA}" dt="2026-10-18T15:58:26.297" v="14"/>
          <ac:spMkLst>
            <pc:docMk/>
            <pc:sldMk cId="2314174699" sldId="259"/>
            <ac:spMk id="6" creationId="{336D3861-9ABB-69F1-EC37-DBEEC9B97A0B}"/>
          </ac:spMkLst>
        </pc:spChg>
        <pc:spChg chg="add mod">
          <ac:chgData name="ANKIT Agrawal" userId="d2fd8cc7fe1bc269" providerId="LiveId" clId="{CEAFBDDD-1CD6-4570-BF01-3A4FBE5DB1DA}" dt="2026-10-18T16:00:17.775" v="49" actId="1076"/>
          <ac:spMkLst>
            <pc:docMk/>
            <pc:sldMk cId="2314174699" sldId="259"/>
            <ac:spMk id="10" creationId="{038FF09F-D98A-D597-26ED-7F8874969F5A}"/>
          </ac:spMkLst>
        </pc:spChg>
        <pc:picChg chg="mod">
          <ac:chgData name="ANKIT Agrawal" userId="d2fd8cc7fe1bc269" providerId="LiveId" clId="{CEAFBDDD-1CD6-4570-BF01-3A4FBE5DB1DA}" dt="2026-10-18T16:00:30.718" v="51" actId="1076"/>
          <ac:picMkLst>
            <pc:docMk/>
            <pc:sldMk cId="2314174699" sldId="259"/>
            <ac:picMk id="5" creationId="{E9C40EE7-63CE-6162-62BB-EECC4FB70F3C}"/>
          </ac:picMkLst>
        </pc:picChg>
        <pc:picChg chg="add mod">
          <ac:chgData name="ANKIT Agrawal" userId="d2fd8cc7fe1bc269" providerId="LiveId" clId="{CEAFBDDD-1CD6-4570-BF01-3A4FBE5DB1DA}" dt="2026-10-19T06:33:46.189" v="473" actId="1076"/>
          <ac:picMkLst>
            <pc:docMk/>
            <pc:sldMk cId="2314174699" sldId="259"/>
            <ac:picMk id="8" creationId="{5CFD3631-0240-669F-BF15-1E2ABF0E50B1}"/>
          </ac:picMkLst>
        </pc:picChg>
      </pc:sldChg>
      <pc:sldChg chg="addSp delSp modSp mod modTransition">
        <pc:chgData name="ANKIT Agrawal" userId="d2fd8cc7fe1bc269" providerId="LiveId" clId="{CEAFBDDD-1CD6-4570-BF01-3A4FBE5DB1DA}" dt="2026-10-18T16:59:11.787" v="427"/>
        <pc:sldMkLst>
          <pc:docMk/>
          <pc:sldMk cId="3429231032" sldId="260"/>
        </pc:sldMkLst>
        <pc:spChg chg="mod">
          <ac:chgData name="ANKIT Agrawal" userId="d2fd8cc7fe1bc269" providerId="LiveId" clId="{CEAFBDDD-1CD6-4570-BF01-3A4FBE5DB1DA}" dt="2026-10-18T15:50:13.437" v="7" actId="14100"/>
          <ac:spMkLst>
            <pc:docMk/>
            <pc:sldMk cId="3429231032" sldId="260"/>
            <ac:spMk id="2" creationId="{7ED1C78A-DAA3-43CD-F8EB-EF6C86ABBE6F}"/>
          </ac:spMkLst>
        </pc:spChg>
        <pc:spChg chg="del">
          <ac:chgData name="ANKIT Agrawal" userId="d2fd8cc7fe1bc269" providerId="LiveId" clId="{CEAFBDDD-1CD6-4570-BF01-3A4FBE5DB1DA}" dt="2026-10-18T16:02:13.076" v="54" actId="21"/>
          <ac:spMkLst>
            <pc:docMk/>
            <pc:sldMk cId="3429231032" sldId="260"/>
            <ac:spMk id="3" creationId="{EED89306-73DE-8207-F24B-885E876A39F7}"/>
          </ac:spMkLst>
        </pc:spChg>
        <pc:spChg chg="add mod">
          <ac:chgData name="ANKIT Agrawal" userId="d2fd8cc7fe1bc269" providerId="LiveId" clId="{CEAFBDDD-1CD6-4570-BF01-3A4FBE5DB1DA}" dt="2026-10-18T16:02:47.270" v="65" actId="14100"/>
          <ac:spMkLst>
            <pc:docMk/>
            <pc:sldMk cId="3429231032" sldId="260"/>
            <ac:spMk id="5" creationId="{8C469729-8E54-F3C3-D7FF-2C24F59EB469}"/>
          </ac:spMkLst>
        </pc:spChg>
        <pc:picChg chg="add mod">
          <ac:chgData name="ANKIT Agrawal" userId="d2fd8cc7fe1bc269" providerId="LiveId" clId="{CEAFBDDD-1CD6-4570-BF01-3A4FBE5DB1DA}" dt="2026-10-18T16:08:04.128" v="77" actId="1440"/>
          <ac:picMkLst>
            <pc:docMk/>
            <pc:sldMk cId="3429231032" sldId="260"/>
            <ac:picMk id="7" creationId="{948BA28C-AC02-F8E2-6D3B-9DEE8FE24417}"/>
          </ac:picMkLst>
        </pc:picChg>
        <pc:picChg chg="add mod">
          <ac:chgData name="ANKIT Agrawal" userId="d2fd8cc7fe1bc269" providerId="LiveId" clId="{CEAFBDDD-1CD6-4570-BF01-3A4FBE5DB1DA}" dt="2026-10-18T16:07:57.752" v="76" actId="1440"/>
          <ac:picMkLst>
            <pc:docMk/>
            <pc:sldMk cId="3429231032" sldId="260"/>
            <ac:picMk id="9" creationId="{D06ED9F2-72EB-D90E-A773-822D760C1891}"/>
          </ac:picMkLst>
        </pc:picChg>
      </pc:sldChg>
      <pc:sldChg chg="addSp delSp modSp new mod modTransition">
        <pc:chgData name="ANKIT Agrawal" userId="d2fd8cc7fe1bc269" providerId="LiveId" clId="{CEAFBDDD-1CD6-4570-BF01-3A4FBE5DB1DA}" dt="2026-10-18T16:59:11.787" v="427"/>
        <pc:sldMkLst>
          <pc:docMk/>
          <pc:sldMk cId="1668162195" sldId="261"/>
        </pc:sldMkLst>
        <pc:spChg chg="mod">
          <ac:chgData name="ANKIT Agrawal" userId="d2fd8cc7fe1bc269" providerId="LiveId" clId="{CEAFBDDD-1CD6-4570-BF01-3A4FBE5DB1DA}" dt="2026-10-18T16:12:40.296" v="104" actId="27636"/>
          <ac:spMkLst>
            <pc:docMk/>
            <pc:sldMk cId="1668162195" sldId="261"/>
            <ac:spMk id="2" creationId="{C65B2A46-F5EF-8887-9FD3-B9929A113BB7}"/>
          </ac:spMkLst>
        </pc:spChg>
        <pc:spChg chg="del">
          <ac:chgData name="ANKIT Agrawal" userId="d2fd8cc7fe1bc269" providerId="LiveId" clId="{CEAFBDDD-1CD6-4570-BF01-3A4FBE5DB1DA}" dt="2026-10-18T16:10:20.761" v="86" actId="22"/>
          <ac:spMkLst>
            <pc:docMk/>
            <pc:sldMk cId="1668162195" sldId="261"/>
            <ac:spMk id="3" creationId="{9D817348-903F-3B5E-F35E-E0C69CD29E15}"/>
          </ac:spMkLst>
        </pc:spChg>
        <pc:picChg chg="add mod ord">
          <ac:chgData name="ANKIT Agrawal" userId="d2fd8cc7fe1bc269" providerId="LiveId" clId="{CEAFBDDD-1CD6-4570-BF01-3A4FBE5DB1DA}" dt="2026-10-18T16:13:34.571" v="116" actId="14100"/>
          <ac:picMkLst>
            <pc:docMk/>
            <pc:sldMk cId="1668162195" sldId="261"/>
            <ac:picMk id="5" creationId="{2510C99B-8C31-620E-8601-39C09B4EBC23}"/>
          </ac:picMkLst>
        </pc:picChg>
        <pc:picChg chg="add mod">
          <ac:chgData name="ANKIT Agrawal" userId="d2fd8cc7fe1bc269" providerId="LiveId" clId="{CEAFBDDD-1CD6-4570-BF01-3A4FBE5DB1DA}" dt="2026-10-18T16:13:29.849" v="115" actId="1076"/>
          <ac:picMkLst>
            <pc:docMk/>
            <pc:sldMk cId="1668162195" sldId="261"/>
            <ac:picMk id="7" creationId="{091B4B5D-B6CE-8CD1-98F5-477E1FFDC054}"/>
          </ac:picMkLst>
        </pc:picChg>
        <pc:picChg chg="add mod">
          <ac:chgData name="ANKIT Agrawal" userId="d2fd8cc7fe1bc269" providerId="LiveId" clId="{CEAFBDDD-1CD6-4570-BF01-3A4FBE5DB1DA}" dt="2026-10-18T16:13:38.255" v="117" actId="14100"/>
          <ac:picMkLst>
            <pc:docMk/>
            <pc:sldMk cId="1668162195" sldId="261"/>
            <ac:picMk id="9" creationId="{1611FD6C-33DB-A921-1DA9-B20324A3B623}"/>
          </ac:picMkLst>
        </pc:picChg>
      </pc:sldChg>
      <pc:sldChg chg="addSp delSp modSp new mod modTransition">
        <pc:chgData name="ANKIT Agrawal" userId="d2fd8cc7fe1bc269" providerId="LiveId" clId="{CEAFBDDD-1CD6-4570-BF01-3A4FBE5DB1DA}" dt="2026-10-18T16:59:11.787" v="427"/>
        <pc:sldMkLst>
          <pc:docMk/>
          <pc:sldMk cId="1181277551" sldId="262"/>
        </pc:sldMkLst>
        <pc:spChg chg="mod">
          <ac:chgData name="ANKIT Agrawal" userId="d2fd8cc7fe1bc269" providerId="LiveId" clId="{CEAFBDDD-1CD6-4570-BF01-3A4FBE5DB1DA}" dt="2026-10-18T16:21:07.207" v="133" actId="1076"/>
          <ac:spMkLst>
            <pc:docMk/>
            <pc:sldMk cId="1181277551" sldId="262"/>
            <ac:spMk id="2" creationId="{8E37F7AD-C7DA-EBEE-7791-2F2D55625B22}"/>
          </ac:spMkLst>
        </pc:spChg>
        <pc:spChg chg="del">
          <ac:chgData name="ANKIT Agrawal" userId="d2fd8cc7fe1bc269" providerId="LiveId" clId="{CEAFBDDD-1CD6-4570-BF01-3A4FBE5DB1DA}" dt="2026-10-18T16:21:11.154" v="134" actId="21"/>
          <ac:spMkLst>
            <pc:docMk/>
            <pc:sldMk cId="1181277551" sldId="262"/>
            <ac:spMk id="3" creationId="{36ABA107-B2D1-B3E8-4DE7-4A8EA6B590B7}"/>
          </ac:spMkLst>
        </pc:spChg>
        <pc:spChg chg="add mod">
          <ac:chgData name="ANKIT Agrawal" userId="d2fd8cc7fe1bc269" providerId="LiveId" clId="{CEAFBDDD-1CD6-4570-BF01-3A4FBE5DB1DA}" dt="2026-10-18T16:27:03.885" v="180" actId="255"/>
          <ac:spMkLst>
            <pc:docMk/>
            <pc:sldMk cId="1181277551" sldId="262"/>
            <ac:spMk id="5" creationId="{E8CAECA7-24E9-4DD4-0B5A-74E6524D8C5B}"/>
          </ac:spMkLst>
        </pc:spChg>
        <pc:picChg chg="add mod">
          <ac:chgData name="ANKIT Agrawal" userId="d2fd8cc7fe1bc269" providerId="LiveId" clId="{CEAFBDDD-1CD6-4570-BF01-3A4FBE5DB1DA}" dt="2026-10-18T16:27:19.167" v="185" actId="1440"/>
          <ac:picMkLst>
            <pc:docMk/>
            <pc:sldMk cId="1181277551" sldId="262"/>
            <ac:picMk id="7" creationId="{75F16CFE-B90C-2999-9BD3-D1B1EDED5F2E}"/>
          </ac:picMkLst>
        </pc:picChg>
      </pc:sldChg>
      <pc:sldChg chg="new del">
        <pc:chgData name="ANKIT Agrawal" userId="d2fd8cc7fe1bc269" providerId="LiveId" clId="{CEAFBDDD-1CD6-4570-BF01-3A4FBE5DB1DA}" dt="2026-10-18T16:31:52.189" v="188" actId="2696"/>
        <pc:sldMkLst>
          <pc:docMk/>
          <pc:sldMk cId="2516023375" sldId="263"/>
        </pc:sldMkLst>
      </pc:sldChg>
      <pc:sldChg chg="modSp new del mod">
        <pc:chgData name="ANKIT Agrawal" userId="d2fd8cc7fe1bc269" providerId="LiveId" clId="{CEAFBDDD-1CD6-4570-BF01-3A4FBE5DB1DA}" dt="2026-10-18T16:32:32.818" v="192" actId="2696"/>
        <pc:sldMkLst>
          <pc:docMk/>
          <pc:sldMk cId="3224972867" sldId="263"/>
        </pc:sldMkLst>
        <pc:spChg chg="mod">
          <ac:chgData name="ANKIT Agrawal" userId="d2fd8cc7fe1bc269" providerId="LiveId" clId="{CEAFBDDD-1CD6-4570-BF01-3A4FBE5DB1DA}" dt="2026-10-18T16:32:25.389" v="191"/>
          <ac:spMkLst>
            <pc:docMk/>
            <pc:sldMk cId="3224972867" sldId="263"/>
            <ac:spMk id="2" creationId="{93AFE1FB-254C-2850-70E1-87EDBECC4EEF}"/>
          </ac:spMkLst>
        </pc:spChg>
      </pc:sldChg>
      <pc:sldChg chg="addSp delSp modSp new mod modTransition">
        <pc:chgData name="ANKIT Agrawal" userId="d2fd8cc7fe1bc269" providerId="LiveId" clId="{CEAFBDDD-1CD6-4570-BF01-3A4FBE5DB1DA}" dt="2026-10-18T16:59:11.787" v="427"/>
        <pc:sldMkLst>
          <pc:docMk/>
          <pc:sldMk cId="3430835557" sldId="263"/>
        </pc:sldMkLst>
        <pc:spChg chg="add mod">
          <ac:chgData name="ANKIT Agrawal" userId="d2fd8cc7fe1bc269" providerId="LiveId" clId="{CEAFBDDD-1CD6-4570-BF01-3A4FBE5DB1DA}" dt="2026-10-18T16:34:59.534" v="215" actId="1076"/>
          <ac:spMkLst>
            <pc:docMk/>
            <pc:sldMk cId="3430835557" sldId="263"/>
            <ac:spMk id="3" creationId="{72F16324-7013-D4AD-0579-FC19B07C5FE3}"/>
          </ac:spMkLst>
        </pc:spChg>
        <pc:spChg chg="add mod">
          <ac:chgData name="ANKIT Agrawal" userId="d2fd8cc7fe1bc269" providerId="LiveId" clId="{CEAFBDDD-1CD6-4570-BF01-3A4FBE5DB1DA}" dt="2026-10-18T16:39:57.666" v="268" actId="20577"/>
          <ac:spMkLst>
            <pc:docMk/>
            <pc:sldMk cId="3430835557" sldId="263"/>
            <ac:spMk id="5" creationId="{48474FB0-3FFF-BCA3-AD59-812BB9DF2E15}"/>
          </ac:spMkLst>
        </pc:spChg>
        <pc:spChg chg="add del mod">
          <ac:chgData name="ANKIT Agrawal" userId="d2fd8cc7fe1bc269" providerId="LiveId" clId="{CEAFBDDD-1CD6-4570-BF01-3A4FBE5DB1DA}" dt="2026-10-18T16:37:59.725" v="252"/>
          <ac:spMkLst>
            <pc:docMk/>
            <pc:sldMk cId="3430835557" sldId="263"/>
            <ac:spMk id="10" creationId="{92F861C2-6887-05E5-A715-7290A974F2AB}"/>
          </ac:spMkLst>
        </pc:spChg>
        <pc:picChg chg="add mod">
          <ac:chgData name="ANKIT Agrawal" userId="d2fd8cc7fe1bc269" providerId="LiveId" clId="{CEAFBDDD-1CD6-4570-BF01-3A4FBE5DB1DA}" dt="2026-10-18T16:40:11.568" v="271" actId="14100"/>
          <ac:picMkLst>
            <pc:docMk/>
            <pc:sldMk cId="3430835557" sldId="263"/>
            <ac:picMk id="7" creationId="{0D6A8910-1D56-A17A-9305-9345E3B5C59B}"/>
          </ac:picMkLst>
        </pc:picChg>
        <pc:picChg chg="add mod">
          <ac:chgData name="ANKIT Agrawal" userId="d2fd8cc7fe1bc269" providerId="LiveId" clId="{CEAFBDDD-1CD6-4570-BF01-3A4FBE5DB1DA}" dt="2026-10-18T16:40:14.084" v="272" actId="14100"/>
          <ac:picMkLst>
            <pc:docMk/>
            <pc:sldMk cId="3430835557" sldId="263"/>
            <ac:picMk id="9" creationId="{B4AB7D4E-02A4-7295-0C92-17581ACF9855}"/>
          </ac:picMkLst>
        </pc:picChg>
      </pc:sldChg>
      <pc:sldChg chg="addSp modSp new mod ord modTransition">
        <pc:chgData name="ANKIT Agrawal" userId="d2fd8cc7fe1bc269" providerId="LiveId" clId="{CEAFBDDD-1CD6-4570-BF01-3A4FBE5DB1DA}" dt="2026-10-18T16:59:11.787" v="427"/>
        <pc:sldMkLst>
          <pc:docMk/>
          <pc:sldMk cId="704928295" sldId="264"/>
        </pc:sldMkLst>
        <pc:spChg chg="add mod">
          <ac:chgData name="ANKIT Agrawal" userId="d2fd8cc7fe1bc269" providerId="LiveId" clId="{CEAFBDDD-1CD6-4570-BF01-3A4FBE5DB1DA}" dt="2026-10-18T16:38:33.744" v="256" actId="1076"/>
          <ac:spMkLst>
            <pc:docMk/>
            <pc:sldMk cId="704928295" sldId="264"/>
            <ac:spMk id="7" creationId="{9D41D82A-9371-8FBB-1FB7-22E397960C9B}"/>
          </ac:spMkLst>
        </pc:spChg>
        <pc:spChg chg="add mod">
          <ac:chgData name="ANKIT Agrawal" userId="d2fd8cc7fe1bc269" providerId="LiveId" clId="{CEAFBDDD-1CD6-4570-BF01-3A4FBE5DB1DA}" dt="2026-10-18T16:39:30.508" v="265" actId="14100"/>
          <ac:spMkLst>
            <pc:docMk/>
            <pc:sldMk cId="704928295" sldId="264"/>
            <ac:spMk id="11" creationId="{BB43845D-4372-D1F6-82CB-B9785C1E7439}"/>
          </ac:spMkLst>
        </pc:spChg>
        <pc:picChg chg="add mod">
          <ac:chgData name="ANKIT Agrawal" userId="d2fd8cc7fe1bc269" providerId="LiveId" clId="{CEAFBDDD-1CD6-4570-BF01-3A4FBE5DB1DA}" dt="2026-10-18T16:36:34.750" v="239" actId="1076"/>
          <ac:picMkLst>
            <pc:docMk/>
            <pc:sldMk cId="704928295" sldId="264"/>
            <ac:picMk id="3" creationId="{78EB382D-B020-9F06-BED5-46F586B001CF}"/>
          </ac:picMkLst>
        </pc:picChg>
        <pc:picChg chg="add mod">
          <ac:chgData name="ANKIT Agrawal" userId="d2fd8cc7fe1bc269" providerId="LiveId" clId="{CEAFBDDD-1CD6-4570-BF01-3A4FBE5DB1DA}" dt="2026-10-18T16:39:32.687" v="266" actId="14100"/>
          <ac:picMkLst>
            <pc:docMk/>
            <pc:sldMk cId="704928295" sldId="264"/>
            <ac:picMk id="5" creationId="{E44E36F1-3F43-4B59-B1DD-EBFB1093E445}"/>
          </ac:picMkLst>
        </pc:picChg>
        <pc:cxnChg chg="add">
          <ac:chgData name="ANKIT Agrawal" userId="d2fd8cc7fe1bc269" providerId="LiveId" clId="{CEAFBDDD-1CD6-4570-BF01-3A4FBE5DB1DA}" dt="2026-10-18T16:38:48.937" v="257" actId="11529"/>
          <ac:cxnSpMkLst>
            <pc:docMk/>
            <pc:sldMk cId="704928295" sldId="264"/>
            <ac:cxnSpMk id="9" creationId="{28A733BC-64AA-0C51-0CEE-3E206AA73239}"/>
          </ac:cxnSpMkLst>
        </pc:cxnChg>
        <pc:cxnChg chg="add">
          <ac:chgData name="ANKIT Agrawal" userId="d2fd8cc7fe1bc269" providerId="LiveId" clId="{CEAFBDDD-1CD6-4570-BF01-3A4FBE5DB1DA}" dt="2026-10-18T16:39:47.421" v="267" actId="11529"/>
          <ac:cxnSpMkLst>
            <pc:docMk/>
            <pc:sldMk cId="704928295" sldId="264"/>
            <ac:cxnSpMk id="13" creationId="{DA29BDEC-CA5C-B047-92E2-013D335A3821}"/>
          </ac:cxnSpMkLst>
        </pc:cxnChg>
      </pc:sldChg>
      <pc:sldChg chg="new del">
        <pc:chgData name="ANKIT Agrawal" userId="d2fd8cc7fe1bc269" providerId="LiveId" clId="{CEAFBDDD-1CD6-4570-BF01-3A4FBE5DB1DA}" dt="2026-10-18T16:31:56.605" v="189" actId="2696"/>
        <pc:sldMkLst>
          <pc:docMk/>
          <pc:sldMk cId="3702468737" sldId="264"/>
        </pc:sldMkLst>
      </pc:sldChg>
      <pc:sldChg chg="add del">
        <pc:chgData name="ANKIT Agrawal" userId="d2fd8cc7fe1bc269" providerId="LiveId" clId="{CEAFBDDD-1CD6-4570-BF01-3A4FBE5DB1DA}" dt="2026-10-18T16:32:48.360" v="195" actId="2696"/>
        <pc:sldMkLst>
          <pc:docMk/>
          <pc:sldMk cId="4059330937" sldId="264"/>
        </pc:sldMkLst>
      </pc:sldChg>
      <pc:sldChg chg="addSp delSp modSp new mod modTransition">
        <pc:chgData name="ANKIT Agrawal" userId="d2fd8cc7fe1bc269" providerId="LiveId" clId="{CEAFBDDD-1CD6-4570-BF01-3A4FBE5DB1DA}" dt="2026-10-19T02:33:30.939" v="472" actId="20577"/>
        <pc:sldMkLst>
          <pc:docMk/>
          <pc:sldMk cId="2729546381" sldId="265"/>
        </pc:sldMkLst>
        <pc:spChg chg="add mod">
          <ac:chgData name="ANKIT Agrawal" userId="d2fd8cc7fe1bc269" providerId="LiveId" clId="{CEAFBDDD-1CD6-4570-BF01-3A4FBE5DB1DA}" dt="2026-10-18T16:57:56.508" v="423" actId="1076"/>
          <ac:spMkLst>
            <pc:docMk/>
            <pc:sldMk cId="2729546381" sldId="265"/>
            <ac:spMk id="3" creationId="{63959A2D-8D85-0460-D298-7883A32CD588}"/>
          </ac:spMkLst>
        </pc:spChg>
        <pc:spChg chg="add mod">
          <ac:chgData name="ANKIT Agrawal" userId="d2fd8cc7fe1bc269" providerId="LiveId" clId="{CEAFBDDD-1CD6-4570-BF01-3A4FBE5DB1DA}" dt="2026-10-18T16:57:43.210" v="416" actId="14100"/>
          <ac:spMkLst>
            <pc:docMk/>
            <pc:sldMk cId="2729546381" sldId="265"/>
            <ac:spMk id="5" creationId="{3B12FC30-1347-174B-C264-4835C54AA103}"/>
          </ac:spMkLst>
        </pc:spChg>
        <pc:spChg chg="add mod">
          <ac:chgData name="ANKIT Agrawal" userId="d2fd8cc7fe1bc269" providerId="LiveId" clId="{CEAFBDDD-1CD6-4570-BF01-3A4FBE5DB1DA}" dt="2026-10-19T02:33:30.939" v="472" actId="20577"/>
          <ac:spMkLst>
            <pc:docMk/>
            <pc:sldMk cId="2729546381" sldId="265"/>
            <ac:spMk id="7" creationId="{E6059917-63E6-3F49-EAC6-287CBACB5B41}"/>
          </ac:spMkLst>
        </pc:spChg>
        <pc:spChg chg="add del mod">
          <ac:chgData name="ANKIT Agrawal" userId="d2fd8cc7fe1bc269" providerId="LiveId" clId="{CEAFBDDD-1CD6-4570-BF01-3A4FBE5DB1DA}" dt="2026-10-18T16:57:43.599" v="418"/>
          <ac:spMkLst>
            <pc:docMk/>
            <pc:sldMk cId="2729546381" sldId="265"/>
            <ac:spMk id="8" creationId="{26EBE997-15F5-9088-9A5A-357695235B92}"/>
          </ac:spMkLst>
        </pc:spChg>
      </pc:sldChg>
      <pc:sldChg chg="addSp delSp modSp new mod">
        <pc:chgData name="ANKIT Agrawal" userId="d2fd8cc7fe1bc269" providerId="LiveId" clId="{CEAFBDDD-1CD6-4570-BF01-3A4FBE5DB1DA}" dt="2026-10-19T02:31:49.231" v="450" actId="1076"/>
        <pc:sldMkLst>
          <pc:docMk/>
          <pc:sldMk cId="3438367104" sldId="266"/>
        </pc:sldMkLst>
        <pc:spChg chg="mod">
          <ac:chgData name="ANKIT Agrawal" userId="d2fd8cc7fe1bc269" providerId="LiveId" clId="{CEAFBDDD-1CD6-4570-BF01-3A4FBE5DB1DA}" dt="2026-10-19T02:31:49.231" v="450" actId="1076"/>
          <ac:spMkLst>
            <pc:docMk/>
            <pc:sldMk cId="3438367104" sldId="266"/>
            <ac:spMk id="2" creationId="{3FD1630D-A2E7-9050-9857-0C35876664F7}"/>
          </ac:spMkLst>
        </pc:spChg>
        <pc:spChg chg="del">
          <ac:chgData name="ANKIT Agrawal" userId="d2fd8cc7fe1bc269" providerId="LiveId" clId="{CEAFBDDD-1CD6-4570-BF01-3A4FBE5DB1DA}" dt="2026-10-19T02:31:09.099" v="439" actId="931"/>
          <ac:spMkLst>
            <pc:docMk/>
            <pc:sldMk cId="3438367104" sldId="266"/>
            <ac:spMk id="3" creationId="{931CF384-1A53-1270-D0BF-6D6C6462B967}"/>
          </ac:spMkLst>
        </pc:spChg>
        <pc:spChg chg="add del mod">
          <ac:chgData name="ANKIT Agrawal" userId="d2fd8cc7fe1bc269" providerId="LiveId" clId="{CEAFBDDD-1CD6-4570-BF01-3A4FBE5DB1DA}" dt="2026-10-19T02:31:43.144" v="449" actId="21"/>
          <ac:spMkLst>
            <pc:docMk/>
            <pc:sldMk cId="3438367104" sldId="266"/>
            <ac:spMk id="6" creationId="{CF3DB039-0501-F64C-8CB6-30526FB1B2C7}"/>
          </ac:spMkLst>
        </pc:spChg>
        <pc:picChg chg="add mod ord">
          <ac:chgData name="ANKIT Agrawal" userId="d2fd8cc7fe1bc269" providerId="LiveId" clId="{CEAFBDDD-1CD6-4570-BF01-3A4FBE5DB1DA}" dt="2026-10-19T02:31:36.178" v="447" actId="1440"/>
          <ac:picMkLst>
            <pc:docMk/>
            <pc:sldMk cId="3438367104" sldId="266"/>
            <ac:picMk id="5" creationId="{E5B919DF-4546-3DC5-0E88-36B97489FD46}"/>
          </ac:picMkLst>
        </pc:picChg>
      </pc:sldChg>
      <pc:sldMasterChg chg="modTransition modSldLayout">
        <pc:chgData name="ANKIT Agrawal" userId="d2fd8cc7fe1bc269" providerId="LiveId" clId="{CEAFBDDD-1CD6-4570-BF01-3A4FBE5DB1DA}" dt="2026-10-18T16:59:11.787" v="427"/>
        <pc:sldMasterMkLst>
          <pc:docMk/>
          <pc:sldMasterMk cId="3587481505" sldId="2147483648"/>
        </pc:sldMasterMkLst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994401034" sldId="2147483649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1022333293" sldId="2147483650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1760839417" sldId="2147483651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979898490" sldId="2147483652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2680135490" sldId="2147483653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843044916" sldId="2147483654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4201017649" sldId="2147483655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1477231872" sldId="2147483656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3204223421" sldId="2147483657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851619613" sldId="2147483658"/>
          </pc:sldLayoutMkLst>
        </pc:sldLayoutChg>
        <pc:sldLayoutChg chg="modTransition">
          <pc:chgData name="ANKIT Agrawal" userId="d2fd8cc7fe1bc269" providerId="LiveId" clId="{CEAFBDDD-1CD6-4570-BF01-3A4FBE5DB1DA}" dt="2026-10-18T16:59:11.787" v="427"/>
          <pc:sldLayoutMkLst>
            <pc:docMk/>
            <pc:sldMasterMk cId="3587481505" sldId="2147483648"/>
            <pc:sldLayoutMk cId="4176798697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1B41-5539-D67D-9530-0F0CC9A42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EB450-188A-B760-8D22-4FF0AFCAF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447D-346D-6A6E-AF15-514EFDF8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083E-E39B-C4BD-F07A-E038CB93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B000E-A262-C068-4FD9-E5E3A564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40103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9E0E-E3E8-8D9E-88D1-17AE306D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594-E8F1-02A4-8B88-9591DF96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FDD53-9CC4-6F44-B39F-B334AAF3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68063-A0F3-F34D-881A-C9F05D15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56183-3F2F-ECC5-5BDE-4D2DFDC9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333293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80D9-C900-F6FD-1A62-BB009D1E3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28478-2E18-1CE4-9CC0-F17B7F39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0C476-5174-92E0-2E31-9866D04B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B53BC-9BB8-E04C-726E-AD64867C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5EC91-15BC-710E-C178-74A0B544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839417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EB2D-C5E2-25F0-79CC-C05142CB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274A-AFDF-E1DB-07DF-CD040EED9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49A6E-5AC4-71A8-F5A2-AA3074CD1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ADC13-70DD-73A8-3EA0-BA7B3440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376AD-E339-96F3-EEC2-B0836FC9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A2990-9791-F4BA-D0AA-D053BD68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89849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5BEE-63DC-86C2-083C-543683CC8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C05CF-AEEA-8CF3-3A01-DBF26A1B0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75FAE-6C49-53AD-C7D6-825459880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2CF60-7DBE-602D-BD1D-07C1631CE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6FD78-E78B-FF44-560A-619BFC843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D8D18-88F9-5435-A7EA-4E1EDA24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0DCC7-AC30-3EAE-AF53-9DDFCFAC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4B0F4-DA75-A228-4132-05B96540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13549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72F4-A2FF-EF17-2CF5-7CBE8FA5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D91AA-3E87-FBAB-2EE3-7C5ED2B8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563E5-2934-E612-D239-8DF9C167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EF38F-C6DB-D280-4762-E825B6EB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04491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A3883-83EC-85D2-3554-ED34A4DE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90D81E-E31A-DA82-E643-A65DFB3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26D95-738E-96ED-153C-FA63E3A8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017649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D51B-5377-EC90-6176-6E3F260F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A55F2-C1A3-8735-903F-7152FE4CD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D2825-62EC-9108-AF7C-FF0FCC6B1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152EB-3096-88B4-F06D-A379AFD5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C8E32-8DDC-F504-F9D3-9EC7D599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B1E5E-8ACD-3CA6-9ACE-D9211A7B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231872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FAF5-0EB9-E550-0F54-D785E2E0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84D28-F760-7661-C2DC-24606395F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A35B2-FA2F-8F13-E830-A2349D4C7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2AFD2-28AF-FBCC-C9BF-D2F57B72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6F7A3-A7C6-BC51-E71A-817CA570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25A0-AEE7-F99F-E7BF-4F766440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22342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92D1-1F52-3070-D5DC-971FE996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68491-5671-918D-7F74-9A49C6E46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2C805-823D-8922-C0CE-22E7A098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3F9A8-3787-0E03-36B4-E20958E2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41E7D-9A8D-AA14-41CA-BAB56145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61961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899BE-AA46-DAB3-683E-1CAA7C179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BB827-EA33-A3E9-5B18-2763A9BDE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8E538-B562-88F3-E74A-F8043961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0D178-873E-12E6-1A73-ACCB55FC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137C3-879B-7B89-1A37-78B7A2E73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9869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2836E4-3849-646C-D35F-2A163FC1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25893-80BD-90ED-2CBB-405F3F3E0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9E19E-1498-9D51-8AD0-D4C0F368C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3B9C0-01B4-4AD7-851E-8DEC1A7B0951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3BE4A-BADC-B9A5-27DF-F69939855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C2A15-DAA0-7507-7E73-8FCED20F2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897A-B0C5-4041-9D67-2243B6A45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48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uradrail.streamlit.app/" TargetMode="External"/><Relationship Id="rId2" Type="http://schemas.openxmlformats.org/officeDocument/2006/relationships/hyperlink" Target="https://guradxai.streamlit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7592" y="800439"/>
            <a:ext cx="8951975" cy="183578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Guardrail: Fake Review Detection and Suspicious Return Behaviour Prediction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448" y="2587752"/>
            <a:ext cx="10198608" cy="3886200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By:-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ANKIT AGRAWAL :- 25SCSE2240104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ABHISHEK RAJPOOT :-  25SCSE2240010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HARSH RAJ  SINHA :- 25SCSE2240011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:- MCA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– 10                                        Submitted:-</a:t>
            </a:r>
          </a:p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Dr. JYOTI Ma’am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DF982-5AF9-CD99-55A0-86B86B910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63" y="191506"/>
            <a:ext cx="1217867" cy="1217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386E05-A0D1-D170-2F0A-59A164ABDB40}"/>
              </a:ext>
            </a:extLst>
          </p:cNvPr>
          <p:cNvSpPr txBox="1"/>
          <p:nvPr/>
        </p:nvSpPr>
        <p:spPr>
          <a:xfrm>
            <a:off x="3364992" y="334095"/>
            <a:ext cx="522808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MINOR PROJECT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5EA18F-DBF1-A38C-5CAF-9B4491974E89}"/>
              </a:ext>
            </a:extLst>
          </p:cNvPr>
          <p:cNvSpPr txBox="1"/>
          <p:nvPr/>
        </p:nvSpPr>
        <p:spPr>
          <a:xfrm>
            <a:off x="3998214" y="347693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 Statement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06C0D-96AB-91D6-5425-7DC839FD50FF}"/>
              </a:ext>
            </a:extLst>
          </p:cNvPr>
          <p:cNvSpPr txBox="1"/>
          <p:nvPr/>
        </p:nvSpPr>
        <p:spPr>
          <a:xfrm>
            <a:off x="404622" y="994024"/>
            <a:ext cx="106413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reviews can manipulate customer trust and distort product ratings.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return and refund patterns can expose e-commerce businesses to financial losses.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reviews and return behaviour separately may overlook valuable risk signals.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a unified system that identifies suspicious patterns and explains why a case deserves attention.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BDDED-B949-099F-2F4B-FD8E505DEAF5}"/>
              </a:ext>
            </a:extLst>
          </p:cNvPr>
          <p:cNvSpPr txBox="1"/>
          <p:nvPr/>
        </p:nvSpPr>
        <p:spPr>
          <a:xfrm>
            <a:off x="258318" y="3771096"/>
            <a:ext cx="106413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machine-learning system to assess fake-review risk and suspicious return behaviour.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both risk scores into a single Combined Risk Index (CRI).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risk insights through an interactive, easy-to-understand dashboard.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make informed decisions through explainable results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300501249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630D-A2E7-9050-9857-0C358766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09093"/>
            <a:ext cx="4334256" cy="51269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B919DF-4546-3DC5-0E88-36B97489F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80" y="777240"/>
            <a:ext cx="9938439" cy="55966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3836710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0C00-BB09-E5C8-5998-752BECF35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9424" y="164593"/>
            <a:ext cx="6845808" cy="62179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508E6-7802-E975-B4CD-B8BA616880F1}"/>
              </a:ext>
            </a:extLst>
          </p:cNvPr>
          <p:cNvSpPr txBox="1"/>
          <p:nvPr/>
        </p:nvSpPr>
        <p:spPr>
          <a:xfrm>
            <a:off x="459486" y="1020306"/>
            <a:ext cx="114825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Overview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Review Dataset(Kaggle Dataset): 100,000 records with 58 columns, including 94.1% genuine-labelled and 5.9% fake-labelled reviews.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Retail II Dataset(UCI Dataset): Approximately 525,461 transaction records used to analyse customer purchasing and return behaviour.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Important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Module: Star rating, sentiment, emotion, and quality aspect.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Module: Total orders, total returns, total spending, total refunded amount, return ratio, and refund ratio.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Fusion: Combined Risk Index (CRI) combines the two model scores.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Objectives &amp; Methodology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TF-IDF + Logistic Regression to estimate fake-review risk.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Gradient Boosting to identify suspicious return patterns.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risk scores into Low, Medium/Uncertain, and High Risk categories.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understandable results through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GuardX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</p:txBody>
      </p:sp>
    </p:spTree>
    <p:extLst>
      <p:ext uri="{BB962C8B-B14F-4D97-AF65-F5344CB8AC3E}">
        <p14:creationId xmlns:p14="http://schemas.microsoft.com/office/powerpoint/2010/main" val="30540373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496F-597B-8B77-7384-2F35D69C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9677"/>
            <a:ext cx="4727448" cy="4852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40EE7-63CE-6162-62BB-EECC4FB70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850392"/>
            <a:ext cx="6787444" cy="45249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FD3631-0240-669F-BF15-1E2ABF0E5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572" y="1183105"/>
            <a:ext cx="4956810" cy="46507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8FF09F-D98A-D597-26ED-7F8874969F5A}"/>
              </a:ext>
            </a:extLst>
          </p:cNvPr>
          <p:cNvSpPr txBox="1"/>
          <p:nvPr/>
        </p:nvSpPr>
        <p:spPr>
          <a:xfrm>
            <a:off x="6455664" y="204061"/>
            <a:ext cx="5205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Fake Review Distribution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31417469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C78A-DAA3-43CD-F8EB-EF6C86AB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040" y="365125"/>
            <a:ext cx="5742432" cy="64985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69729-8E54-F3C3-D7FF-2C24F59EB469}"/>
              </a:ext>
            </a:extLst>
          </p:cNvPr>
          <p:cNvSpPr txBox="1"/>
          <p:nvPr/>
        </p:nvSpPr>
        <p:spPr>
          <a:xfrm>
            <a:off x="395478" y="1014984"/>
            <a:ext cx="115282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TF-IDF: Converts review features into numerical text representations.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Performs fake-review classification using TF-IDF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Bayes: Provides a comparative model for fake-review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SMOTE: Explores class-imbalance handling for fake-review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Explores transformer-based NLP for advanced review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Classifier: Predicts suspicious return behaviour using customer transaction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Uses accuracy, precision, recall, F1-score, and ROC-AUC.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8BA28C-AC02-F8E2-6D3B-9DEE8FE24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" y="4237407"/>
            <a:ext cx="5354796" cy="1729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6ED9F2-72EB-D90E-A773-822D760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4128450"/>
            <a:ext cx="6090638" cy="1838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2923103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2A46-F5EF-8887-9FD3-B9929A11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237235"/>
            <a:ext cx="6163056" cy="439421"/>
          </a:xfrm>
        </p:spPr>
        <p:txBody>
          <a:bodyPr>
            <a:normAutofit fontScale="90000"/>
          </a:bodyPr>
          <a:lstStyle/>
          <a:p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Gradient Boosting Classifier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10C99B-8C31-620E-8601-39C09B4EB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993" y="700912"/>
            <a:ext cx="6015503" cy="47911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B4B5D-B6CE-8CD1-98F5-477E1FFD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496" y="2187130"/>
            <a:ext cx="5576006" cy="3889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1FD6C-33DB-A921-1DA9-B20324A3B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3516142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6219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7F7AD-C7DA-EBEE-7791-2F2D55625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2" y="72454"/>
            <a:ext cx="8125968" cy="69729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Risk Index (CRI)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AECA7-24E9-4DD4-0B5A-74E6524D8C5B}"/>
              </a:ext>
            </a:extLst>
          </p:cNvPr>
          <p:cNvSpPr txBox="1"/>
          <p:nvPr/>
        </p:nvSpPr>
        <p:spPr>
          <a:xfrm>
            <a:off x="603504" y="769747"/>
            <a:ext cx="114117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 Calculation: Combines review risk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Srev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)and return risk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a 50:50 weighted average.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Risk: Case 1 — CRI 17.5%.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Risk: Case 2 — CRI 50.0%.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Risk: Case 3 — CRI 77.5%.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Review Required: Cases 4 and 5 — CRI 52.5%, where review and return risk signals differ significantly.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Support: Flags suspicious cases for manual investigation instead of automatically confirming fraud.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CRI combines two risk signals, while conflicting signals can trigger human review even when the overall score is moderate.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16CFE-B90C-2999-9BD3-D1B1EDED5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094" y="4504107"/>
            <a:ext cx="6314954" cy="2230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127755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16324-7013-D4AD-0579-FC19B07C5FE3}"/>
              </a:ext>
            </a:extLst>
          </p:cNvPr>
          <p:cNvSpPr txBox="1"/>
          <p:nvPr/>
        </p:nvSpPr>
        <p:spPr>
          <a:xfrm>
            <a:off x="477012" y="-74938"/>
            <a:ext cx="11384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Performance, Explainability &amp; Risk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74FB0-3FFF-BCA3-AD59-812BB9DF2E15}"/>
              </a:ext>
            </a:extLst>
          </p:cNvPr>
          <p:cNvSpPr txBox="1"/>
          <p:nvPr/>
        </p:nvSpPr>
        <p:spPr>
          <a:xfrm>
            <a:off x="468439" y="509837"/>
            <a:ext cx="116753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Multi-View Performance: The full multi-signal Guardrail reports Accuracy 95.0%, Precision 93.8%, Recall 95.1%, and F1-score 94.4% in Figure 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 Figure 2 compares actual and predicted labels for fake reviews and suspicious returns, showing both correct classifications and errors.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A8910-1D56-A17A-9305-9345E3B5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8051"/>
            <a:ext cx="5733097" cy="37632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AB7D4E-02A4-7295-0C92-17581ACF9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9982"/>
            <a:ext cx="5974651" cy="34918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83555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B382D-B020-9F06-BED5-46F586B00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28016"/>
            <a:ext cx="5440680" cy="2742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4E36F1-3F43-4B59-B1DD-EBFB1093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884" y="1792224"/>
            <a:ext cx="5901456" cy="4443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41D82A-9371-8FBB-1FB7-22E397960C9B}"/>
              </a:ext>
            </a:extLst>
          </p:cNvPr>
          <p:cNvSpPr txBox="1"/>
          <p:nvPr/>
        </p:nvSpPr>
        <p:spPr>
          <a:xfrm>
            <a:off x="5983224" y="392853"/>
            <a:ext cx="62087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SHAP Explainability: Figure 3 highlights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return_ratio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as the most influential feature, followed by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total_orders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total_returns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and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refund_ratio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A733BC-64AA-0C51-0CEE-3E206AA73239}"/>
              </a:ext>
            </a:extLst>
          </p:cNvPr>
          <p:cNvCxnSpPr/>
          <p:nvPr/>
        </p:nvCxnSpPr>
        <p:spPr>
          <a:xfrm>
            <a:off x="5559552" y="1024128"/>
            <a:ext cx="786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43845D-4372-D1F6-82CB-B9785C1E7439}"/>
              </a:ext>
            </a:extLst>
          </p:cNvPr>
          <p:cNvSpPr txBox="1"/>
          <p:nvPr/>
        </p:nvSpPr>
        <p:spPr>
          <a:xfrm>
            <a:off x="173736" y="3603957"/>
            <a:ext cx="59222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Dual-Risk Decision Space: Figure 4 maps review deception scores against return fraud scores to distinguish low risk, high risk, medium-risk/manual-review cases, and evidence conflicts</a:t>
            </a:r>
            <a:endParaRPr lang="en-IN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A29BDEC-CA5C-B047-92E2-013D335A3821}"/>
              </a:ext>
            </a:extLst>
          </p:cNvPr>
          <p:cNvCxnSpPr/>
          <p:nvPr/>
        </p:nvCxnSpPr>
        <p:spPr>
          <a:xfrm rot="10800000">
            <a:off x="4754880" y="4764024"/>
            <a:ext cx="1341120" cy="5394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92829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959A2D-8D85-0460-D298-7883A32CD588}"/>
              </a:ext>
            </a:extLst>
          </p:cNvPr>
          <p:cNvSpPr txBox="1"/>
          <p:nvPr/>
        </p:nvSpPr>
        <p:spPr>
          <a:xfrm>
            <a:off x="630936" y="258901"/>
            <a:ext cx="114848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Conclusion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E-Commerce Guardrail, a multi-signal framework for assessing fake-review risk and suspicious return behaviour.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NLP-based review analysis with machine-learning-based return-risk assessment.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the Combined Risk Index (CRI) to support risk prioritisation.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SHAP-based feature attribution and risk visualisations to improve interpretability.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human review for suspicious cases and conflicting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2FC30-1347-174B-C264-4835C54AA103}"/>
              </a:ext>
            </a:extLst>
          </p:cNvPr>
          <p:cNvSpPr txBox="1"/>
          <p:nvPr/>
        </p:nvSpPr>
        <p:spPr>
          <a:xfrm>
            <a:off x="6757416" y="4885788"/>
            <a:ext cx="54345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algn="ctr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59917-63E6-3F49-EAC6-287CBACB5B41}"/>
              </a:ext>
            </a:extLst>
          </p:cNvPr>
          <p:cNvSpPr txBox="1"/>
          <p:nvPr/>
        </p:nvSpPr>
        <p:spPr>
          <a:xfrm>
            <a:off x="395478" y="3716237"/>
            <a:ext cx="60944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— E-Commerce Guardrail  :-  1.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https://guradxai.streamlit.app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 </a:t>
            </a:r>
            <a:r>
              <a:rPr lang="en-IN" sz="2800" dirty="0">
                <a:solidFill>
                  <a:srgbClr val="0563C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https://guradrail.streamlit.app</a:t>
            </a:r>
            <a:r>
              <a:rPr lang="en-IN" sz="2800" dirty="0">
                <a:solidFill>
                  <a:srgbClr val="0563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(By Ankit Agrawal).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54638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726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E-Commerce Guardrail: Fake Review Detection and Suspicious Return Behaviour Prediction</vt:lpstr>
      <vt:lpstr>PowerPoint Presentation</vt:lpstr>
      <vt:lpstr>Tools and Technology</vt:lpstr>
      <vt:lpstr>Proposed Methodology</vt:lpstr>
      <vt:lpstr>Workflow Architecture</vt:lpstr>
      <vt:lpstr>Machine Learning Models </vt:lpstr>
      <vt:lpstr>Gradient Boosting Classifier</vt:lpstr>
      <vt:lpstr>Combined Risk Index (CRI) Assessment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Agrawal</dc:creator>
  <cp:lastModifiedBy>ANKIT Agrawal</cp:lastModifiedBy>
  <cp:revision>1</cp:revision>
  <dcterms:created xsi:type="dcterms:W3CDTF">2026-10-18T15:27:12Z</dcterms:created>
  <dcterms:modified xsi:type="dcterms:W3CDTF">2026-10-19T06:33:52Z</dcterms:modified>
</cp:coreProperties>
</file>